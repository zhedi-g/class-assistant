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 standalone="yes"?>
<p:presentation xmlns:p="http://schemas.openxmlformats.org/presentationml/2006/main">
<p:sldIdLst><p:sldId id="256" r:id="rId2"/><p:sldId id="257" r:id="rId3"/><p:sldId id="258" r:id="rId4"/></p:sldIdLst>
</p:presentation>
</file>

<file path=ppt/_rels/presentation.xml.rels><?xml version="1.0" encoding="UTF-8" standalone="yes"?>
<Relationships xmlns="http://schemas.openxmlformats.org/package/2006/relationships"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image" Target="../media/img1.png"/>
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/>
      <p:grpSpPr/>
      <p:sp>
        <p:nvSpPr/>
        <p:spPr/>
        <p:txBody>
          <a:bodyPr/>
          <a:p>
            <a:r>
              <a:t>第三章 动能定理</a:t>
            </a:r>
          </a:p>
        </p:txBody>
      </p:sp>
      <p:sp>
        <p:nvSpPr/>
        <p:spPr/>
        <p:txBody>
          <a:bodyPr/>
          <a:p>
            <a:r>
              <a:t>合外力做的功等于动能变化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/>
      <p:grpSpPr/>
      <p:sp>
        <p:nvSpPr/>
        <p:spPr/>
        <p:txBody>
          <a:bodyPr/>
          <a:p>
            <a:r>
              <a:t>动能定理应用：多过程问题</a:t>
            </a:r>
          </a:p>
        </p:txBody>
      </p:sp>
      <p:sp>
        <p:nvSpPr/>
        <p:spPr/>
        <p:txBody>
          <a:bodyPr/>
          <a:p>
            <a:r>
              <a:t>W = Ek2 - Ek1</a:t>
            </a:r>
          </a:p>
        </p:txBody>
      </p:sp>
    </p:spTree>
  </p:cSld>
</p:sld>
</file>

<file path=ppt/slides/slide3.xml><?xml version="1.0" encoding="UTF-8" standalone="yes"?>
<p:sld xmlns:a="http://schemas.openxmlformats.org/drawingml/2006/main" xmlns:p="http://schemas.openxmlformats.org/presentationml/2006/main">
<p:cSld><p:spTree><p:nvGrpSpPr/><p:grpSpPr/><p:pic><p:nvPicPr/><p:blipFill><a:blip r:embed="rId1"/></p:blipFill></p:pic></p:spTree></p:cSld></p:sld>
</file>